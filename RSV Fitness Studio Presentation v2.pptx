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Revenue Growth — Last 6 Months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(₹)</c:v>
                </c:pt>
              </c:strCache>
            </c:strRef>
          </c:tx>
          <c:spPr>
            <a:solidFill>
              <a:srgbClr val="E830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12400</c:v>
                </c:pt>
                <c:pt idx="2">
                  <c:v>18600</c:v>
                </c:pt>
                <c:pt idx="3">
                  <c:v>32000</c:v>
                </c:pt>
                <c:pt idx="4">
                  <c:v>54966</c:v>
                </c:pt>
                <c:pt idx="5">
                  <c:v>41200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0D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0D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9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FFFFFF"/>
                </a:solidFill>
                <a:latin typeface="Arial"/>
              </a:rPr>
              <a:t>Plan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4CC"/>
              </a:solidFill>
              <a:effectLst/>
            </c:spPr>
          </c:dPt>
          <c:dPt>
            <c:idx val="1"/>
            <c:bubble3D val="0"/>
            <c:spPr>
              <a:solidFill>
                <a:srgbClr val="4A90E2"/>
              </a:solidFill>
              <a:effectLst/>
            </c:spPr>
          </c:dPt>
          <c:dPt>
            <c:idx val="2"/>
            <c:bubble3D val="0"/>
            <c:spPr>
              <a:solidFill>
                <a:srgbClr val="FFB830"/>
              </a:solidFill>
              <a:effectLst/>
            </c:spPr>
          </c:dPt>
          <c:dPt>
            <c:idx val="3"/>
            <c:bubble3D val="0"/>
            <c:spPr>
              <a:solidFill>
                <a:srgbClr val="E830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Monthly</c:v>
                </c:pt>
                <c:pt idx="1">
                  <c:v>Quarterly</c:v>
                </c:pt>
                <c:pt idx="2">
                  <c:v>Half-Yearly</c:v>
                </c:pt>
                <c:pt idx="3">
                  <c:v>Annual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</c:v>
                </c:pt>
                <c:pt idx="1">
                  <c:v>25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0C0D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19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80C18"/>
          </a:solidFill>
          <a:ln w="12700">
            <a:solidFill>
              <a:srgbClr val="080C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E8303A">
              <a:alpha val="12000"/>
            </a:srgbClr>
          </a:solidFill>
          <a:ln w="12700">
            <a:solidFill>
              <a:srgbClr val="E8303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4A90E2">
              <a:alpha val="12000"/>
            </a:srgbClr>
          </a:solidFill>
          <a:ln w="12700">
            <a:solidFill>
              <a:srgbClr val="4A90E2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200" kern="0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RSV FITNESS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10241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28600" y="1609344"/>
            <a:ext cx="1280160" cy="4114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7099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SaaS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08483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premium, all-in-one solution for modern fitness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— built on Next.js, secured with JWT,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optimized for Netlify hosting.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3017520"/>
            <a:ext cx="1188720" cy="265176"/>
          </a:xfrm>
          <a:prstGeom prst="roundRect">
            <a:avLst>
              <a:gd name="adj" fmla="val 27586"/>
            </a:avLst>
          </a:prstGeom>
          <a:solidFill>
            <a:srgbClr val="1C2640"/>
          </a:solidFill>
          <a:ln w="762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3017520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27048" y="3017520"/>
            <a:ext cx="1188720" cy="265176"/>
          </a:xfrm>
          <a:prstGeom prst="roundRect">
            <a:avLst>
              <a:gd name="adj" fmla="val 27586"/>
            </a:avLst>
          </a:prstGeom>
          <a:solidFill>
            <a:srgbClr val="1C2640"/>
          </a:solidFill>
          <a:ln w="762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3017520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25496" y="3017520"/>
            <a:ext cx="1188720" cy="265176"/>
          </a:xfrm>
          <a:prstGeom prst="roundRect">
            <a:avLst>
              <a:gd name="adj" fmla="val 27586"/>
            </a:avLst>
          </a:prstGeom>
          <a:solidFill>
            <a:srgbClr val="1C2640"/>
          </a:solidFill>
          <a:ln w="7620">
            <a:solidFill>
              <a:srgbClr val="00C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25496" y="3017520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3364992"/>
            <a:ext cx="1188720" cy="265176"/>
          </a:xfrm>
          <a:prstGeom prst="roundRect">
            <a:avLst>
              <a:gd name="adj" fmla="val 27586"/>
            </a:avLst>
          </a:prstGeom>
          <a:solidFill>
            <a:srgbClr val="1C2640"/>
          </a:solidFill>
          <a:ln w="762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36499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527048" y="3364992"/>
            <a:ext cx="1188720" cy="265176"/>
          </a:xfrm>
          <a:prstGeom prst="roundRect">
            <a:avLst>
              <a:gd name="adj" fmla="val 27586"/>
            </a:avLst>
          </a:prstGeom>
          <a:solidFill>
            <a:srgbClr val="1C2640"/>
          </a:solidFill>
          <a:ln w="7620">
            <a:solidFill>
              <a:srgbClr val="00C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27048" y="336499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3657600"/>
            <a:ext cx="987552" cy="777240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657600"/>
            <a:ext cx="987552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3075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8600" y="40782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289304" y="3657600"/>
            <a:ext cx="987552" cy="777240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89304" y="3657600"/>
            <a:ext cx="987552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9304" y="373075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₹54K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9304" y="40782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Revenue/mo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350008" y="3657600"/>
            <a:ext cx="987552" cy="777240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50008" y="3657600"/>
            <a:ext cx="987552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0008" y="373075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350008" y="40782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10712" y="3657600"/>
            <a:ext cx="987552" cy="777240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10712" y="3657600"/>
            <a:ext cx="987552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730752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410712" y="4078224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7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274320"/>
            <a:ext cx="4297680" cy="22860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14600"/>
            <a:ext cx="4023360" cy="233172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39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80C18"/>
          </a:solidFill>
          <a:ln w="12700">
            <a:solidFill>
              <a:srgbClr val="080C1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Client Presentation  •  RSV Fitness Studio  •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Your Gym Needs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595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feature. Zero complexity.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 Fitness Studio brings together member registration, QR attendance, payments, diet &amp; workout plans, equipment tracking, and analytics — all in a single, role-based SaaS application.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267712" cy="80467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50292" cy="80467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19933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8096" y="2249424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KPIs: members, revenue, attendance &amp; expiry alerts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697480" y="1920240"/>
            <a:ext cx="2267712" cy="80467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97480" y="1920240"/>
            <a:ext cx="50292" cy="80467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210312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91256" y="199339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Attendance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191256" y="2249424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Touchless check-in via QR scan. Duplicate prevention built-in.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74320" y="2880360"/>
            <a:ext cx="2267712" cy="80467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880360"/>
            <a:ext cx="50292" cy="80467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06324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8096" y="295351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Manager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68096" y="3209544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edit, track status, assign trainers &amp; download profiles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2697480" y="2880360"/>
            <a:ext cx="2267712" cy="80467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697480" y="2880360"/>
            <a:ext cx="50292" cy="80467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30632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191256" y="295351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Tracker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191256" y="3209544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plans, generate PDF invoices, view payment history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274320" y="3840480"/>
            <a:ext cx="2267712" cy="80467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74320" y="3840480"/>
            <a:ext cx="50292" cy="8046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02336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68096" y="39136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Workout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68096" y="4169664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assign personalized diet + workout plans to members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2697480" y="3840480"/>
            <a:ext cx="2267712" cy="80467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697480" y="3840480"/>
            <a:ext cx="50292" cy="80467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402336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191256" y="391363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3191256" y="4169664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gym equipment &amp; maintenance status in real-time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5349240" y="384048"/>
            <a:ext cx="3520440" cy="320040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349240" y="384048"/>
            <a:ext cx="50292" cy="32004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413248" y="384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Admin Dashboard — Live Preview</a:t>
            </a:r>
            <a:endParaRPr lang="en-US" sz="9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704088"/>
            <a:ext cx="3520440" cy="393192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41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Super Admin  •  Admin  •  Member  •  Built for scale on Netlify Hobby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420624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57200"/>
            <a:ext cx="50292" cy="29260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572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Sign In Screen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206240" cy="38862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754880" y="38404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OTP-Based Login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54880" y="8595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passwords. Just your email.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1143000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 Fitness Studio uses a passwordless authentication system. Users enter their email, receive a one-time OTP, and gain role-specific access instantly — no passwords to remember or manage.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993392"/>
            <a:ext cx="416052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993392"/>
            <a:ext cx="50292" cy="594360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28032" y="2103120"/>
            <a:ext cx="365760" cy="365760"/>
          </a:xfrm>
          <a:prstGeom prst="ellipse">
            <a:avLst/>
          </a:prstGeom>
          <a:solidFill>
            <a:srgbClr val="4A90E2">
              <a:alpha val="20000"/>
            </a:srgbClr>
          </a:solidFill>
          <a:ln w="10160">
            <a:solidFill>
              <a:srgbClr val="4A90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285232" y="20482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Address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85232" y="229514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their registered gym email ID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54880" y="2697480"/>
            <a:ext cx="416052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697480"/>
            <a:ext cx="50292" cy="59436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28032" y="2807208"/>
            <a:ext cx="365760" cy="365760"/>
          </a:xfrm>
          <a:prstGeom prst="ellipse">
            <a:avLst/>
          </a:prstGeom>
          <a:solidFill>
            <a:srgbClr val="00C4CC">
              <a:alpha val="20000"/>
            </a:srgbClr>
          </a:solidFill>
          <a:ln w="10160">
            <a:solidFill>
              <a:srgbClr val="00C4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285232" y="27523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OTP via Email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85232" y="29992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OTP sent via Nodemailer to inbox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3401568"/>
            <a:ext cx="416052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401568"/>
            <a:ext cx="50292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28032" y="3511296"/>
            <a:ext cx="365760" cy="365760"/>
          </a:xfrm>
          <a:prstGeom prst="ellipse">
            <a:avLst/>
          </a:prstGeom>
          <a:solidFill>
            <a:srgbClr val="2ECC71">
              <a:alpha val="20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28032" y="3511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285232" y="34564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Login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85232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verified → JWT token issued instantly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54880" y="4105656"/>
            <a:ext cx="4160520" cy="5943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4105656"/>
            <a:ext cx="50292" cy="594360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28032" y="4215384"/>
            <a:ext cx="365760" cy="365760"/>
          </a:xfrm>
          <a:prstGeom prst="ellipse">
            <a:avLst/>
          </a:prstGeom>
          <a:solidFill>
            <a:srgbClr val="FFB830">
              <a:alpha val="20000"/>
            </a:srgbClr>
          </a:solidFill>
          <a:ln w="10160">
            <a:solidFill>
              <a:srgbClr val="FFB8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28032" y="4215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285232" y="41605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Redirect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285232" y="440740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/ Admin / Member portal loaded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validation  •  Role-based middleware  •  API route protection  •  Secure OTP handling  •  Rate limiting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Control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59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gym data — live, in one view.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Dashboard is the command center of RSV Fitness Studio. It displays live KPIs, revenue analytics, traffic slot data, and membership expiry alerts — giving admins full situational awareness at all times.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38528"/>
            <a:ext cx="210312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38528"/>
            <a:ext cx="2103120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0116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" y="2304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87752" y="1938528"/>
            <a:ext cx="210312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1938528"/>
            <a:ext cx="210312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01168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2304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688336"/>
            <a:ext cx="210312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88336"/>
            <a:ext cx="2103120" cy="502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7614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₹54,966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9768" y="30540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87752" y="2688336"/>
            <a:ext cx="210312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87752" y="2688336"/>
            <a:ext cx="2103120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7614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697480" y="30540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Attendance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593592"/>
            <a:ext cx="91440" cy="91440"/>
          </a:xfrm>
          <a:prstGeom prst="ellipse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520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 Chart — 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520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bar chart with growth trend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913632"/>
            <a:ext cx="91440" cy="91440"/>
          </a:xfrm>
          <a:prstGeom prst="ellipse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40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Memberships Panel —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0" y="3840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expiry alerts with one-click renewal notification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233672"/>
            <a:ext cx="91440" cy="91440"/>
          </a:xfrm>
          <a:prstGeom prst="ellipse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Traffic Slots —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41605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/ Noon / Evening slot attendance tracking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4553712"/>
            <a:ext cx="91440" cy="91440"/>
          </a:xfrm>
          <a:prstGeom prst="ellipse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480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Registrations Table —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44805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member signups with plan, amount &amp; status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457200"/>
            <a:ext cx="379476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74920" y="457200"/>
            <a:ext cx="50292" cy="29260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457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Dashboard</a:t>
            </a:r>
            <a:endParaRPr lang="en-US" sz="9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49808"/>
            <a:ext cx="3794760" cy="38862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39" name="Shape 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tracking  •  Revenue analytics  •  Expiry alerts  •  Traffic monitoring  •  Recent registrations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ATTENDANCE SYSTEM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74920" y="457200"/>
            <a:ext cx="379476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57200"/>
            <a:ext cx="50292" cy="2926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8928" y="457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Check-In QR Code Screen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49808"/>
            <a:ext cx="3794760" cy="38862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320040" y="38404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Touchless QR Check-In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859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cards. No manual logs. Just scan.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1115568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scan the gym's unique QR code at the entrance using their RSV member app. The system instantly records their check-in, prevents duplicates, and logs everything securely.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874520"/>
            <a:ext cx="452628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874520"/>
            <a:ext cx="50292" cy="5120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2336" y="1956816"/>
            <a:ext cx="329184" cy="329184"/>
          </a:xfrm>
          <a:prstGeom prst="ellipse">
            <a:avLst/>
          </a:prstGeom>
          <a:solidFill>
            <a:srgbClr val="00C4CC">
              <a:alpha val="18000"/>
            </a:srgbClr>
          </a:solidFill>
          <a:ln w="10160">
            <a:solidFill>
              <a:srgbClr val="00C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19568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22960" y="19293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Generates QR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2139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unique QR code created per gym branch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2468880"/>
            <a:ext cx="452628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2468880"/>
            <a:ext cx="50292" cy="51206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2336" y="2551176"/>
            <a:ext cx="329184" cy="329184"/>
          </a:xfrm>
          <a:prstGeom prst="ellipse">
            <a:avLst/>
          </a:prstGeom>
          <a:solidFill>
            <a:srgbClr val="4A90E2">
              <a:alpha val="18000"/>
            </a:srgbClr>
          </a:solidFill>
          <a:ln w="10160">
            <a:solidFill>
              <a:srgbClr val="4A90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2336" y="2551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2960" y="252374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Opens App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27340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RSV mobile member portal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063240"/>
            <a:ext cx="452628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3063240"/>
            <a:ext cx="50292" cy="5120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2336" y="3145536"/>
            <a:ext cx="329184" cy="329184"/>
          </a:xfrm>
          <a:prstGeom prst="ellipse">
            <a:avLst/>
          </a:prstGeom>
          <a:solidFill>
            <a:srgbClr val="2ECC71">
              <a:alpha val="18000"/>
            </a:srgbClr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2336" y="3145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" y="31181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at Entrance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" y="33284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scans the QR code displayed at door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657600"/>
            <a:ext cx="452628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" y="3657600"/>
            <a:ext cx="50292" cy="5120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2336" y="3739896"/>
            <a:ext cx="329184" cy="329184"/>
          </a:xfrm>
          <a:prstGeom prst="ellipse">
            <a:avLst/>
          </a:prstGeom>
          <a:solidFill>
            <a:srgbClr val="FFB830">
              <a:alpha val="18000"/>
            </a:srgbClr>
          </a:solidFill>
          <a:ln w="10160">
            <a:solidFill>
              <a:srgbClr val="FFB8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2336" y="3739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2960" y="371246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Logged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2960" y="39227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 &amp; member ID recorded instantly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4251960"/>
            <a:ext cx="452628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20040" y="4251960"/>
            <a:ext cx="50292" cy="5120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2336" y="4334256"/>
            <a:ext cx="329184" cy="329184"/>
          </a:xfrm>
          <a:prstGeom prst="ellipse">
            <a:avLst/>
          </a:prstGeom>
          <a:solidFill>
            <a:srgbClr val="E8303A">
              <a:alpha val="18000"/>
            </a:srgbClr>
          </a:solidFill>
          <a:ln w="10160">
            <a:solidFill>
              <a:srgbClr val="E830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2336" y="4334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22960" y="43068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Prevented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2960" y="45171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check-in per member per day enforced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 stored for 365 days  •  Auto-deletion via Netlify Scheduled Functions  •  Secure member data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420624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57200"/>
            <a:ext cx="50292" cy="29260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572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Members / Users Screen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206240" cy="38862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754880" y="38404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Member Lifecycle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54880" y="85953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manage and track every member.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1115568"/>
            <a:ext cx="4160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have complete control over member records — from registration to renewal. Each member profile stores personal details, fitness goals, plan status, trainer assignment, and attendance history.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029968"/>
            <a:ext cx="82296" cy="8229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1184" y="193852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Members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01184" y="21762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gender, plan, trainer, photo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54880" y="2523744"/>
            <a:ext cx="82296" cy="8229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01184" y="243230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Update Profiles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01184" y="267004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any member detail at any time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54880" y="3017520"/>
            <a:ext cx="82296" cy="8229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01184" y="29260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Status Tracking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01184" y="31638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Expired / Pending Renewal badges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754880" y="3511296"/>
            <a:ext cx="82296" cy="8229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01184" y="341985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Pagination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01184" y="36576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email or member ID across 10+ pages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54880" y="4005072"/>
            <a:ext cx="82296" cy="8229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01184" y="391363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Assignment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901184" y="41513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each member to a dedicated trainer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754880" y="4498848"/>
            <a:ext cx="82296" cy="82296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01184" y="440740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 &amp; Renewal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01184" y="464515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members with memberships expiring soon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  •  Role-protected routes  •  Member + Trainer tabs  •  Full CRUD support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TRACKER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74920" y="457200"/>
            <a:ext cx="379476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57200"/>
            <a:ext cx="50292" cy="292608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8928" y="457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Payments Screen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49808"/>
            <a:ext cx="3794760" cy="38862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320040" y="38404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&amp; Payment Tracking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859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rupee. Every plan. Every member.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111556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Payments module gives admins a complete view of all gym revenue — filterable by status (All / Pending / Partial). Generate PDF invoices on the spot and track renewal history per member.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938528"/>
            <a:ext cx="457200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938528"/>
            <a:ext cx="50292" cy="5120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199339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Payment Records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22128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name, plan, amount paid, and status (PAID / PENDING / PARTIAL)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2523744"/>
            <a:ext cx="457200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523744"/>
            <a:ext cx="50292" cy="5120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25786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PDF Invoice Generation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" y="279806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invoice download for any member payment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3108960"/>
            <a:ext cx="457200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3108960"/>
            <a:ext cx="50292" cy="5120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316382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Status Filters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" y="33832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All, Pending, or Partial payment status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3694176"/>
            <a:ext cx="457200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" y="3694176"/>
            <a:ext cx="50292" cy="5120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" y="374904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Renewal History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75488" y="396849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each member's full payment history across plans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0040" y="4279392"/>
            <a:ext cx="4572000" cy="51206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0040" y="4279392"/>
            <a:ext cx="50292" cy="51206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" y="433425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Revenue Analytics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75488" y="45537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integrated with the main dashboard charts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amounts in ₹ INR  •  11+ pages of payment records  •  PDF invoice download  •  Admin 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WORKOUT MANAGEMENT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74320" y="457200"/>
            <a:ext cx="420624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57200"/>
            <a:ext cx="50292" cy="2926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572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 Diet Chart — Nutrition Management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206240" cy="22860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274320" y="3200400"/>
            <a:ext cx="420624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3200400"/>
            <a:ext cx="50292" cy="292608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3200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  Equipment Management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93008"/>
            <a:ext cx="4206240" cy="11430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4754880" y="38404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Wellness Plans &amp; Equipment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85953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nutrition, workouts &amp; gear.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54880" y="109728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CHART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1408176"/>
            <a:ext cx="73152" cy="731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13533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tailored diet plans per member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54880" y="1728216"/>
            <a:ext cx="73152" cy="731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92040" y="16733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targets &amp; meal-by-meal breakdown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754880" y="2048256"/>
            <a:ext cx="73152" cy="731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92040" y="1993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view &amp; download their chart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54880" y="2368296"/>
            <a:ext cx="73152" cy="731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92040" y="2313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control (show/hide from member)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754880" y="2715768"/>
            <a:ext cx="4160520" cy="27432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279806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CHART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754880" y="3108960"/>
            <a:ext cx="73152" cy="73152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92040" y="30540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weekly workout routines per member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54880" y="3429000"/>
            <a:ext cx="73152" cy="73152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92040" y="33741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exercise schedules (day-by-day)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754880" y="3749040"/>
            <a:ext cx="73152" cy="73152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92040" y="369417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view &amp; track their routine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754880" y="4041648"/>
            <a:ext cx="4160520" cy="27432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54880" y="4114800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TRACKING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754880" y="4407408"/>
            <a:ext cx="73152" cy="7315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92040" y="43525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piece of gym equipment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754880" y="4727448"/>
            <a:ext cx="73152" cy="7315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92040" y="46725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 / Under Maintenance / Replaced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manages all plans  •  Members see only their own  •  Download as PDF  •  Full CRUD support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PLANS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074920" y="457200"/>
            <a:ext cx="3794760" cy="292608"/>
          </a:xfrm>
          <a:prstGeom prst="rect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920" y="457200"/>
            <a:ext cx="50292" cy="29260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8928" y="457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Membership Plans Screen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749808"/>
            <a:ext cx="3794760" cy="388620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320040" y="38404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Flexible Membership Plans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859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quarterly &amp; annual packages.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11155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create, price, and manage multiple membership tiers. Each plan is configurable with its own duration, price, and features — making it easy to offer promotions and renewals.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1938528"/>
            <a:ext cx="210312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938528"/>
            <a:ext cx="210312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9768" y="2286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₹1,499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81912" y="235000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587752" y="1938528"/>
            <a:ext cx="210312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87752" y="1938528"/>
            <a:ext cx="2103120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9748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97480" y="2286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₹3,499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849624" y="2350008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" y="2926080"/>
            <a:ext cx="210312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0040" y="2926080"/>
            <a:ext cx="2103120" cy="502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9768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Half-Yearly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9768" y="3273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₹4,000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581912" y="3337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days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87752" y="2926080"/>
            <a:ext cx="2103120" cy="82296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587752" y="2926080"/>
            <a:ext cx="2103120" cy="502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97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697480" y="3273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₹8,499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849624" y="33375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days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0040" y="402336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PLAN FEATURES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20040" y="429768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name custom plans  •  Set price &amp; duration  •  Assign plans during member registration  •  Track active plan per member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configurable by Admin  •  Multiple active plans supported  •  Tied to payment &amp; member records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Data-Driven Gym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5953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that drive better decisions.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97280"/>
          <a:ext cx="5349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715000" y="1097280"/>
          <a:ext cx="3154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822192"/>
            <a:ext cx="2788920" cy="42062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822192"/>
            <a:ext cx="50292" cy="42062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2336" y="38404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Daily Analytics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02336" y="4041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attendance counts &amp; revenue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218688" y="3822192"/>
            <a:ext cx="2788920" cy="42062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18688" y="3822192"/>
            <a:ext cx="50292" cy="420624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46704" y="38404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Weekly Trends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346704" y="4041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 growth patterns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163056" y="3822192"/>
            <a:ext cx="2788920" cy="42062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3822192"/>
            <a:ext cx="50292" cy="420624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38404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Monthly Reports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91072" y="40416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month summaries for planning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274320" y="4325112"/>
            <a:ext cx="2788920" cy="42062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4320" y="4325112"/>
            <a:ext cx="50292" cy="42062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02336" y="43434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Lazy-Loaded Charts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02336" y="45445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Netlify Hobby limits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18688" y="4325112"/>
            <a:ext cx="2788920" cy="42062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18688" y="4325112"/>
            <a:ext cx="50292" cy="42062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46704" y="43434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Revenue Tracking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346704" y="45445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income per plan &amp; per period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6163056" y="4325112"/>
            <a:ext cx="2788920" cy="420624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63056" y="4325112"/>
            <a:ext cx="50292" cy="42062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91072" y="43434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Expiry Alerts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291072" y="45445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renewal warning panel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Recharts  •  Dynamic imports  •  Lazy-loaded components  •  Optimized for performance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 •  MOBILE-FIRST  •  AUTOMATION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Everyone. Runs Everywhere.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5953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Tamil, English, mobile, desktop — all covered.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816352" cy="365760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816352" cy="502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English + Tamil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6616" y="1499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i18n support with next-intl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6616" y="1801368"/>
            <a:ext cx="2286000" cy="27432"/>
          </a:xfrm>
          <a:prstGeom prst="rect">
            <a:avLst/>
          </a:prstGeom>
          <a:solidFill>
            <a:srgbClr val="00C4CC">
              <a:alpha val="30000"/>
            </a:srgbClr>
          </a:solidFill>
          <a:ln w="12700">
            <a:solidFill>
              <a:srgbClr val="00C4C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" y="196596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01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bilingual UI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label, menu &amp; message localised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" y="2670048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switcher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EN and Tamil instantly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6616" y="3374136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0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டாஷ்போர்டு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→ உறுப்பினர்கள்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→ கட்டணங்கள்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" y="4078224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142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routing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242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next-intl with locale-based routing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1097280"/>
            <a:ext cx="2816352" cy="365760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097280"/>
            <a:ext cx="2816352" cy="502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Mobile-First Design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28416" y="1499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across all screen sizes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28416" y="1801368"/>
            <a:ext cx="2286000" cy="27432"/>
          </a:xfrm>
          <a:prstGeom prst="rect">
            <a:avLst/>
          </a:prstGeom>
          <a:solidFill>
            <a:srgbClr val="4A90E2">
              <a:alpha val="30000"/>
            </a:srgbClr>
          </a:solidFill>
          <a:ln w="12700">
            <a:solidFill>
              <a:srgbClr val="4A90E2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28416" y="1965960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01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bar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0" y="2130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mobile nav for quick access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28416" y="267004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6060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Touch-friendly UI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tap targets, swipe-optimized tables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28416" y="3374136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310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tables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74720" y="3538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 adapt for small screens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28416" y="4078224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40142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 screen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4242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camera scan interface for mobile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1097280"/>
            <a:ext cx="2816352" cy="3657600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1097280"/>
            <a:ext cx="2816352" cy="502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11521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Cron Automation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300216" y="1499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Scheduled Functions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00216" y="1801368"/>
            <a:ext cx="2286000" cy="27432"/>
          </a:xfrm>
          <a:prstGeom prst="rect">
            <a:avLst/>
          </a:prstGeom>
          <a:solidFill>
            <a:srgbClr val="FFB830">
              <a:alpha val="30000"/>
            </a:srgbClr>
          </a:solidFill>
          <a:ln w="12700">
            <a:solidFill>
              <a:srgbClr val="FFB830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0216" y="196596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19019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auto-cleanup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46520" y="2130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 older than 365 days deleted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00216" y="2670048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6060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notifications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4652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email alerts sent to expiring members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00216" y="3374136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31012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efficiency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46520" y="35387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MongoDB size within Hobby plan limits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0216" y="4078224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40142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maintenance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446520" y="42428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serverless, no manual intervention needed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&amp; Light theme support  •  Glassmorphism UI  •  Smooth animations  •  Premium Fitness SaaS design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TECH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Security. Lean Architecture.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59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design. Optimized for Netlify.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RSV Fitness Studio is security-hardened — from OTP auth and JWT tokens to middleware-protected routes, MongoDB sanitization, and rate limiting on all API endpoints.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57200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50292" cy="621792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07568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9933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224942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generation &amp; validation on every protected route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2642616"/>
            <a:ext cx="457200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642616"/>
            <a:ext cx="50292" cy="62179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7980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960" y="2715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via Nodemailer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297180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sign-in — no stored passwords, no leaks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0040" y="3364992"/>
            <a:ext cx="457200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364992"/>
            <a:ext cx="50292" cy="621792"/>
          </a:xfrm>
          <a:prstGeom prst="rect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5204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3438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Middleware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2960" y="369417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→ Admin → Member — enforced at API level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20040" y="4087368"/>
            <a:ext cx="4572000" cy="62179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4087368"/>
            <a:ext cx="50292" cy="6217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24281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41605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Sanitization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22960" y="44165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query sanitization + API rate limits vs abuse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074920" y="457200"/>
            <a:ext cx="3794760" cy="4370832"/>
          </a:xfrm>
          <a:prstGeom prst="rect">
            <a:avLst/>
          </a:prstGeom>
          <a:solidFill>
            <a:srgbClr val="131929"/>
          </a:solidFill>
          <a:ln w="12700">
            <a:solidFill>
              <a:srgbClr val="1C26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230368" y="5486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166360" y="960120"/>
            <a:ext cx="1024128" cy="347472"/>
          </a:xfrm>
          <a:prstGeom prst="rect">
            <a:avLst/>
          </a:prstGeom>
          <a:solidFill>
            <a:srgbClr val="4A90E2">
              <a:alpha val="20000"/>
            </a:srgbClr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166360" y="96012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6263640" y="100584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 •  TypeScript  •  TailwindCSS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5166360" y="1490472"/>
            <a:ext cx="1024128" cy="347472"/>
          </a:xfrm>
          <a:prstGeom prst="rect">
            <a:avLst/>
          </a:prstGeom>
          <a:solidFill>
            <a:srgbClr val="E8303A">
              <a:alpha val="20000"/>
            </a:srgbClr>
          </a:solidFill>
          <a:ln w="6350">
            <a:solidFill>
              <a:srgbClr val="E8303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166360" y="149047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263640" y="153619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•  OTP via Nodemailer  •  bcryptjs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5166360" y="2020824"/>
            <a:ext cx="1024128" cy="347472"/>
          </a:xfrm>
          <a:prstGeom prst="rect">
            <a:avLst/>
          </a:prstGeom>
          <a:solidFill>
            <a:srgbClr val="00C4CC">
              <a:alpha val="20000"/>
            </a:srgbClr>
          </a:solidFill>
          <a:ln w="6350">
            <a:solidFill>
              <a:srgbClr val="00C4C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166360" y="202082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6263640" y="206654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 •  Mongoose ODM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166360" y="2551176"/>
            <a:ext cx="1024128" cy="347472"/>
          </a:xfrm>
          <a:prstGeom prst="rect">
            <a:avLst/>
          </a:prstGeom>
          <a:solidFill>
            <a:srgbClr val="FFB830">
              <a:alpha val="20000"/>
            </a:srgbClr>
          </a:solidFill>
          <a:ln w="6350">
            <a:solidFill>
              <a:srgbClr val="FFB83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166360" y="2551176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6263640" y="259689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Hobby  •  Serverless Functions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5166360" y="3081528"/>
            <a:ext cx="1024128" cy="347472"/>
          </a:xfrm>
          <a:prstGeom prst="rect">
            <a:avLst/>
          </a:prstGeom>
          <a:solidFill>
            <a:srgbClr val="B0C0D0">
              <a:alpha val="20000"/>
            </a:srgbClr>
          </a:solidFill>
          <a:ln w="6350">
            <a:solidFill>
              <a:srgbClr val="B0C0D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166360" y="308152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263640" y="31272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 •  React Hook Form  •  Zod  •  Lucide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5166360" y="3611880"/>
            <a:ext cx="1024128" cy="347472"/>
          </a:xfrm>
          <a:prstGeom prst="rect">
            <a:avLst/>
          </a:prstGeom>
          <a:solidFill>
            <a:srgbClr val="4A90E2">
              <a:alpha val="20000"/>
            </a:srgbClr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166360" y="361188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UX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6263640" y="365760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react-query  •  next-themes  •  next-intl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5166360" y="4142232"/>
            <a:ext cx="1024128" cy="347472"/>
          </a:xfrm>
          <a:prstGeom prst="rect">
            <a:avLst/>
          </a:prstGeom>
          <a:solidFill>
            <a:srgbClr val="00C4CC">
              <a:alpha val="20000"/>
            </a:srgbClr>
          </a:solidFill>
          <a:ln w="6350">
            <a:solidFill>
              <a:srgbClr val="00C4CC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166360" y="41422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6263640" y="418795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  •  i18n  •  Cron Cleanup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31929"/>
          </a:solidFill>
          <a:ln w="12700">
            <a:solidFill>
              <a:srgbClr val="131929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variable protection  •  HTTPS enforced  •  Middleware-protected routes  •  Production-ready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5143500"/>
          </a:xfrm>
          <a:prstGeom prst="rect">
            <a:avLst/>
          </a:prstGeom>
          <a:solidFill>
            <a:srgbClr val="07090F"/>
          </a:solidFill>
          <a:ln w="12700">
            <a:solidFill>
              <a:srgbClr val="0709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926080"/>
            <a:ext cx="4572000" cy="4572000"/>
          </a:xfrm>
          <a:prstGeom prst="ellipse">
            <a:avLst/>
          </a:prstGeom>
          <a:solidFill>
            <a:srgbClr val="E8303A">
              <a:alpha val="10000"/>
            </a:srgbClr>
          </a:solidFill>
          <a:ln w="12700">
            <a:solidFill>
              <a:srgbClr val="E8303A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4A90E2">
              <a:alpha val="10000"/>
            </a:srgbClr>
          </a:solidFill>
          <a:ln w="12700">
            <a:solidFill>
              <a:srgbClr val="4A90E2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5720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POWER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E830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GYM?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" y="1627632"/>
            <a:ext cx="1371600" cy="4572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73736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 Fitness Studio is production-ready — a complete, secure, and scalable SaaS platform tailored for modern fitness centers.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2496312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231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access: Super Admin, Admin, Member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788920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7157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contactless attendance system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081528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0837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tracking with PDF invoice generation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374136"/>
            <a:ext cx="91440" cy="914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30098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diet &amp; workout plan management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666744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5935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membership analytics dashboard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959352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862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+ English bilingual support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4251960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17880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54456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47141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Hobby — optimized &amp; production-ready</a:t>
            </a:r>
            <a:endParaRPr lang="en-US" sz="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201168"/>
            <a:ext cx="4114800" cy="2633472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724912"/>
            <a:ext cx="3749040" cy="2148840"/>
          </a:xfrm>
          <a:prstGeom prst="rect">
            <a:avLst/>
          </a:prstGeom>
          <a:effectLst>
            <a:outerShdw sx="100000" sy="100000" kx="0" ky="0" algn="bl" rotWithShape="0" blurRad="228600" dist="50800" dir="8100000">
              <a:srgbClr val="000000">
                <a:alpha val="50000"/>
              </a:srgbClr>
            </a:outerShdw>
          </a:effectLst>
        </p:spPr>
      </p:pic>
      <p:sp>
        <p:nvSpPr>
          <p:cNvPr id="28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 FITNESS STUDIO  —  Gym Management SaaS  •  2026  •  Confidential Client Presentation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RSV Fitness Studio – Gym Management SaaS</dc:title>
  <dc:subject>PptxGenJS Presentation</dc:subject>
  <dc:creator>PptxGenJS</dc:creator>
  <cp:lastModifiedBy>PptxGenJS</cp:lastModifiedBy>
  <cp:revision>1</cp:revision>
  <dcterms:created xsi:type="dcterms:W3CDTF">2026-05-15T17:25:53Z</dcterms:created>
  <dcterms:modified xsi:type="dcterms:W3CDTF">2026-05-15T17:25:53Z</dcterms:modified>
</cp:coreProperties>
</file>