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-914400"/>
            <a:ext cx="4572000" cy="4572000"/>
          </a:xfrm>
          <a:prstGeom prst="rect">
            <a:avLst/>
          </a:prstGeom>
          <a:solidFill>
            <a:srgbClr val="2D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MedCare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097280" cy="640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BEAFE"/>
                </a:solidFill>
              </a:rPr>
              <a:t>Medicine Stock &amp; Reminder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5B4FC"/>
                </a:solidFill>
              </a:rPr>
              <a:t>Web Application — Flow &amp; Review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0584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v1.1  FIXED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214884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DBFE"/>
                </a:solidFill>
              </a:rPr>
              <a:t>Phone OTP 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160520"/>
            <a:ext cx="2148840" cy="347472"/>
          </a:xfrm>
          <a:prstGeom prst="rect">
            <a:avLst/>
          </a:prstGeom>
          <a:solidFill>
            <a:srgbClr val="167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41605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F3D0"/>
                </a:solidFill>
              </a:rPr>
              <a:t>Email Auth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4160520"/>
            <a:ext cx="2148840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16052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DE6FE"/>
                </a:solidFill>
              </a:rPr>
              <a:t>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63440"/>
            <a:ext cx="2148840" cy="347472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EE0AA"/>
                </a:solidFill>
              </a:rPr>
              <a:t>Medicine Tracker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4663440"/>
            <a:ext cx="2148840" cy="34747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46634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CFE8"/>
                </a:solidFill>
              </a:rPr>
              <a:t>Intake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663440"/>
            <a:ext cx="2148840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46634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EE7B7"/>
                </a:solidFill>
              </a:rPr>
              <a:t>SMS/Email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8" y="475488"/>
            <a:ext cx="3346704" cy="59070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548640"/>
            <a:ext cx="3200400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777240"/>
            <a:ext cx="3017520" cy="8229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8961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</a:rPr>
              <a:t>MedCare 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17373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Your personal medicine
management assistant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331720"/>
            <a:ext cx="301752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2331720"/>
            <a:ext cx="15087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350008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E3A8A"/>
                </a:solidFill>
              </a:rPr>
              <a:t>Phone OTP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350008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Email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2788920"/>
            <a:ext cx="292608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Mobile Number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3246120"/>
            <a:ext cx="292608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2735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Send OTP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01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MedCare  ·  Next.js + TypeScript + Tailwind + Prisma + PostgreSQL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196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BEAFE"/>
                </a:solidFill>
              </a:rPr>
              <a:t>v1.1 — Post-Review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What MedCare does &amp; how it's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57784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</a:rPr>
              <a:t>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19072"/>
            <a:ext cx="6400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Patients forget to take medicines on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94560"/>
            <a:ext cx="6400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No awareness of low stock until it runs 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70048"/>
            <a:ext cx="6400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426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No centralised history of dose adherence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45536"/>
            <a:ext cx="64008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181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Multiple medicines with different schedules hard to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MedCare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206240"/>
            <a:ext cx="64008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788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Scheduled reminders via SMS, Email &amp; Push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681728"/>
            <a:ext cx="6400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542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Real-time stock tracking with low-stock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157216"/>
            <a:ext cx="64008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297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Complete intake history with adherence 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632704"/>
            <a:ext cx="64008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05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Supports Tablet, Capsule, Syrup, Injection &amp; more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143000"/>
            <a:ext cx="585216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</a:rPr>
              <a:t>Tech 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737360"/>
            <a:ext cx="11887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17373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17739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Next.js 15 + TypeScript + Tailwind CSS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267712"/>
            <a:ext cx="11887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2677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3042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Next.js API Routes (Node.js)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798064"/>
            <a:ext cx="11887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27980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8346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PostgreSQL + Prisma 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328416"/>
            <a:ext cx="11887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33284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33649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JWT — Phone OTP + Email/Password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858768"/>
            <a:ext cx="118872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8587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38953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Resend (alerts &amp; reminders)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4389120"/>
            <a:ext cx="118872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43891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442569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Fast2SMS (dose &amp; stock alerts)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919472"/>
            <a:ext cx="118872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49194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495604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Web Push API + VAPID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5449824"/>
            <a:ext cx="1188720" cy="347472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5449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Scheduling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54864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Vercel Cron Jobs (5-min interval)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Login Page — Phone OTP &amp; Email sign-in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47472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52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Phone OTP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280160"/>
            <a:ext cx="91440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280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09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Step 1 — Enter Mobile Number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57400"/>
            <a:ext cx="3200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1226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10-digit mobile number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514600"/>
            <a:ext cx="32004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420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Send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71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Demo OTP: 123456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337560"/>
            <a:ext cx="320040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447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Step 2 — Enter OTP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776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</a:rPr>
              <a:t>6 individual OTP input boxes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4087368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087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" y="4087368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087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087368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4087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75104" y="4087368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75104" y="4087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4087368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4087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99232" y="4087368"/>
            <a:ext cx="402336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40873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663440"/>
            <a:ext cx="32004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690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Verify OTP  → 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66360"/>
            <a:ext cx="3200400" cy="292608"/>
          </a:xfrm>
          <a:prstGeom prst="rect">
            <a:avLst/>
          </a:prstGeom>
          <a:solidFill>
            <a:srgbClr val="D1FAE5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193791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FIX: OTP expiry (5 min) now validated server-side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1143000"/>
            <a:ext cx="347472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9" y="1252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Email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799" y="1709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Sign 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799" y="2103120"/>
            <a:ext cx="32004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39" y="21488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Email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799" y="2651760"/>
            <a:ext cx="32004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9" y="2697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Password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799" y="2807208"/>
            <a:ext cx="32004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799" y="28346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Sign In  → 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799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563EB"/>
                </a:solidFill>
              </a:rPr>
              <a:t>Forgot password?  |  Register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799" y="3630168"/>
            <a:ext cx="320040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799" y="3739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Register (New Account)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799" y="4142232"/>
            <a:ext cx="32004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39" y="418795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Full Name *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799" y="4553712"/>
            <a:ext cx="32004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39" y="45994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Email 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799" y="4965192"/>
            <a:ext cx="32004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39" y="501091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Password * (min 8 chars)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799" y="5376672"/>
            <a:ext cx="32004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39" y="5422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Mobile (optional)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799" y="5916168"/>
            <a:ext cx="32004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799" y="59436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Create Account  →  Dashboard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1143000"/>
            <a:ext cx="393192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18120" y="1252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</a:rPr>
              <a:t>Forgot Password Flow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1783080"/>
            <a:ext cx="320040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8120" y="1783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181965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Enter registered email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18120" y="2377440"/>
            <a:ext cx="320040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3774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241401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Receive reset link via Resend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18120" y="2971800"/>
            <a:ext cx="320040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18120" y="2971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300837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Click link → Reset Password page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18120" y="3566160"/>
            <a:ext cx="320040" cy="320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18120" y="3566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360273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Enter new password (min 8 chars)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4160520"/>
            <a:ext cx="32004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18120" y="4160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419709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Password updated → Login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18120" y="4892039"/>
            <a:ext cx="365760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4983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Auth Security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18120" y="5349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✓  JWT in httpOnly cookie — secure sessions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18120" y="56418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✓  OTP validated with 5-min expiry check 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9344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✓  Password hashed with bcrypt (cost=10)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8120" y="62270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✓  Remember Me — JWT persists 7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Medicine overview for today — stats, schedule &amp; stock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737360" cy="58521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197864"/>
            <a:ext cx="1554480" cy="420624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1234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●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709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My Medicines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1854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Add Medicine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2660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136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● MedCare v1.1 —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188720"/>
            <a:ext cx="1013155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8A"/>
                </a:solidFill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536192"/>
            <a:ext cx="1013155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Your medicine overview for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1856232"/>
            <a:ext cx="10131553" cy="256032"/>
          </a:xfrm>
          <a:prstGeom prst="rect">
            <a:avLst/>
          </a:prstGeom>
          <a:solidFill>
            <a:srgbClr val="D1FAE5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59" y="1874520"/>
            <a:ext cx="994867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FIX: Schedule times now built with correct timezone (setHours) — Take/Skip status always matches correctly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221992"/>
            <a:ext cx="2430018" cy="9144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59" y="2295144"/>
            <a:ext cx="2247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8A"/>
                </a:solidFill>
              </a:rPr>
              <a:t>💊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59" y="2724912"/>
            <a:ext cx="2247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</a:rPr>
              <a:t>Total Medicines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1697" y="2221992"/>
            <a:ext cx="2430018" cy="914400"/>
          </a:xfrm>
          <a:prstGeom prst="rect">
            <a:avLst/>
          </a:prstGeom>
          <a:solidFill>
            <a:srgbClr val="FFEDC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3137" y="2295144"/>
            <a:ext cx="2247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⚠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3137" y="2724912"/>
            <a:ext cx="2247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</a:rPr>
              <a:t>Low Stock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08875" y="2221992"/>
            <a:ext cx="2430018" cy="9144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0315" y="2295144"/>
            <a:ext cx="2247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</a:rPr>
              <a:t>✓ 3/8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315" y="2724912"/>
            <a:ext cx="2247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</a:rPr>
              <a:t>Taken Today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76053" y="2221992"/>
            <a:ext cx="2430018" cy="91440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7493" y="2295144"/>
            <a:ext cx="2247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📅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7493" y="2724912"/>
            <a:ext cx="2247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</a:rPr>
              <a:t>Today's Doses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3319272"/>
            <a:ext cx="4974336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74519" y="3319272"/>
            <a:ext cx="4974336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84247" y="3364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🕐  Today's Schedule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7" y="3886200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67127" y="38130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Paracetamol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7127" y="40233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8:00 AM  •  1 tablet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25895" y="3886200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Taken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84247" y="4389120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7127" y="4315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Metformin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67127" y="45262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9:00 AM  •  1 tablet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25895" y="4389120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Taken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84247" y="4892040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67127" y="48188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Amlodipine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67127" y="50292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12:00 PM •  1 tablet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05855" y="4837176"/>
            <a:ext cx="475488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05855" y="48371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27063" y="4837176"/>
            <a:ext cx="475488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27063" y="483717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Skip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7" y="5394960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67127" y="53218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Vitamin 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67127" y="5532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1:00 PM  •  1 capsule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05855" y="5340096"/>
            <a:ext cx="475488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05855" y="534009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Take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27063" y="5340096"/>
            <a:ext cx="475488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27063" y="534009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Skip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84247" y="5897880"/>
            <a:ext cx="9144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67127" y="58247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Rosuvastatin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67127" y="6035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8:00 PM  •  1 tablet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05855" y="5843016"/>
            <a:ext cx="475488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05855" y="584301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Take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27063" y="5843016"/>
            <a:ext cx="475488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7063" y="5843016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Skip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31735" y="3319272"/>
            <a:ext cx="4974336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31735" y="3319272"/>
            <a:ext cx="4974336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41463" y="3364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Low Stock Alerts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41463" y="3822192"/>
            <a:ext cx="4754880" cy="594360"/>
          </a:xfrm>
          <a:prstGeom prst="rect">
            <a:avLst/>
          </a:prstGeom>
          <a:solidFill>
            <a:srgbClr val="FFF7ED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32903" y="3877056"/>
            <a:ext cx="3602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Metformin 500mg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32903" y="4096512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A580C"/>
                </a:solidFill>
              </a:rPr>
              <a:t>4 tablets  •  2 days left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091672" y="3950208"/>
            <a:ext cx="68580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91672" y="3950208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Refill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41463" y="4507992"/>
            <a:ext cx="4754880" cy="594360"/>
          </a:xfrm>
          <a:prstGeom prst="rect">
            <a:avLst/>
          </a:prstGeom>
          <a:solidFill>
            <a:srgbClr val="FFF7ED"/>
          </a:solidFill>
          <a:ln w="50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32903" y="4562856"/>
            <a:ext cx="3602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Vitamin C 500mg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32903" y="4782312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A580C"/>
                </a:solidFill>
              </a:rPr>
              <a:t>6 capsules  •  3 days left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091672" y="4636008"/>
            <a:ext cx="68580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091672" y="4636008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Refill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41463" y="51480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</a:rPr>
              <a:t>All other medicines have sufficient stock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My Medicines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Medicine list with stock, dosage &amp; schedule info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737360" cy="58521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234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673352"/>
            <a:ext cx="1554480" cy="420624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709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● My Medicines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1854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Add Medicine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2660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136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● MedCare v1.1 —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188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8A"/>
                </a:solidFill>
              </a:rPr>
              <a:t>My Medicines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5361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Manage your medicine 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60152" y="1197864"/>
            <a:ext cx="160020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0152" y="1197864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+ Add Medicine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039112"/>
            <a:ext cx="3255264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65959" y="2148840"/>
            <a:ext cx="384048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59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1447" y="214884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Paracetamol 500mg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1447" y="2423160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Tablet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59" y="2697480"/>
            <a:ext cx="307238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59" y="2788920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📦 30 tablets  •  10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59" y="3044952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🕐 2x daily  •  8AM, 8PM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12663" y="2039112"/>
            <a:ext cx="3255264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4103" y="2148840"/>
            <a:ext cx="384048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4103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9591" y="214884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Metformin 500mg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9591" y="2423160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Tablet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7" y="213055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A580C"/>
                </a:solidFill>
              </a:rPr>
              <a:t>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4103" y="2697480"/>
            <a:ext cx="307238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4103" y="2788920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A580C"/>
                </a:solidFill>
              </a:rPr>
              <a:t>📦 4 tablets  •  2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4103" y="3044952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🕐 1x daily  •  9AM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3337560"/>
            <a:ext cx="3072384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4103" y="3337560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A580C"/>
                </a:solidFill>
              </a:rPr>
              <a:t>Low stock — refill soon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50807" y="2039112"/>
            <a:ext cx="3255264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42247" y="2148840"/>
            <a:ext cx="384048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42247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5" y="214884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Amlodipine 5mg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17735" y="2423160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Tablet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42247" y="2697480"/>
            <a:ext cx="307238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42247" y="2788920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📦 25 tablets  •  25 days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42247" y="3044952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🕐 1x daily  •  12PM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19" y="3822192"/>
            <a:ext cx="3255264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65959" y="3931920"/>
            <a:ext cx="384048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65959" y="3931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41447" y="393192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Vitamin C 500mg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41447" y="4206240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Capsule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5463" y="39136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A580C"/>
                </a:solidFill>
              </a:rPr>
              <a:t>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65959" y="4480560"/>
            <a:ext cx="307238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65959" y="4572000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A580C"/>
                </a:solidFill>
              </a:rPr>
              <a:t>📦 6 capsules  •  3 days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59" y="4828032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🕐 1x daily  •  1PM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65959" y="5120640"/>
            <a:ext cx="3072384" cy="256032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65959" y="5120640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A580C"/>
                </a:solidFill>
              </a:rPr>
              <a:t>Low stock — refill soon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12663" y="3822192"/>
            <a:ext cx="3255264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04103" y="3931920"/>
            <a:ext cx="384048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04103" y="3931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9591" y="393192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Rosuvastatin 10mg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79591" y="4206240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Tablet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04103" y="4480560"/>
            <a:ext cx="307238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04103" y="4572000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📦 28 tablets  •  28 days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04103" y="4828032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🕐 1x daily  •  8PM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50807" y="3822192"/>
            <a:ext cx="3255264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42247" y="3931920"/>
            <a:ext cx="384048" cy="3840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42247" y="3931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17735" y="3931920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Amoxicillin 250ml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17735" y="4206240"/>
            <a:ext cx="25968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Syrup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42247" y="4480560"/>
            <a:ext cx="3072384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42247" y="4572000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📦 120 ml  •  12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42247" y="4828032"/>
            <a:ext cx="30723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🕐 3x daily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Add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Form with dosage type selector, stock, schedule &amp; reminders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737360" cy="58521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234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709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My Medicines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2148840"/>
            <a:ext cx="1554480" cy="420624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21854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● Add Medicine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2660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136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● MedCare v1.1 — Online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1143000"/>
            <a:ext cx="495147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4519" y="1143000"/>
            <a:ext cx="4951476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84247" y="1188720"/>
            <a:ext cx="47320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Medicine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4247" y="1554480"/>
            <a:ext cx="4732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Medicine Name 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7" y="1737360"/>
            <a:ext cx="47320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75687" y="1764792"/>
            <a:ext cx="45491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e.g., Paracetamol, Amoxicillin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7" y="2057400"/>
            <a:ext cx="4732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Generic 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7" y="2240280"/>
            <a:ext cx="47320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75687" y="2267712"/>
            <a:ext cx="45491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e.g., Acetaminophen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4247" y="2560320"/>
            <a:ext cx="4732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Strength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7" y="2743200"/>
            <a:ext cx="47320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75687" y="2770632"/>
            <a:ext cx="45491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e.g., 500mg, 10mg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3154680"/>
            <a:ext cx="495147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74519" y="3154680"/>
            <a:ext cx="4951476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4247" y="3200400"/>
            <a:ext cx="47320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Dosage Form  (8 types)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59" y="3566160"/>
            <a:ext cx="1146429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65959" y="3566160"/>
            <a:ext cx="114642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59" y="3794760"/>
            <a:ext cx="11464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2563EB"/>
                </a:solidFill>
              </a:rPr>
              <a:t>Tablet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8108" y="3566160"/>
            <a:ext cx="1146429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108" y="3566160"/>
            <a:ext cx="114642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8108" y="3794760"/>
            <a:ext cx="11464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</a:rPr>
              <a:t>Capsule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50257" y="3566160"/>
            <a:ext cx="1146429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0257" y="3566160"/>
            <a:ext cx="114642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0257" y="3794760"/>
            <a:ext cx="11464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</a:rPr>
              <a:t>Syrup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42406" y="3566160"/>
            <a:ext cx="1146429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42406" y="3566160"/>
            <a:ext cx="114642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42406" y="3794760"/>
            <a:ext cx="11464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</a:rPr>
              <a:t>Injection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65959" y="4069080"/>
            <a:ext cx="1146429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65959" y="4069080"/>
            <a:ext cx="114642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59" y="4297680"/>
            <a:ext cx="11464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</a:rPr>
              <a:t>Cream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8108" y="4069080"/>
            <a:ext cx="1146429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8108" y="4069080"/>
            <a:ext cx="114642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8108" y="4297680"/>
            <a:ext cx="11464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</a:rPr>
              <a:t>Drops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50257" y="4069080"/>
            <a:ext cx="1146429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0257" y="4069080"/>
            <a:ext cx="114642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0257" y="4297680"/>
            <a:ext cx="11464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</a:rPr>
              <a:t>Inhaler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42406" y="4069080"/>
            <a:ext cx="1146429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42406" y="4069080"/>
            <a:ext cx="114642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42406" y="4297680"/>
            <a:ext cx="114642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B5563"/>
                </a:solidFill>
              </a:rPr>
              <a:t>Other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54595" y="1143000"/>
            <a:ext cx="495147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54595" y="1143000"/>
            <a:ext cx="4951476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64323" y="1188720"/>
            <a:ext cx="47320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Stock &amp; Dosage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64323" y="1554480"/>
            <a:ext cx="4732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Current Stock *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64323" y="1737360"/>
            <a:ext cx="47320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55763" y="1764792"/>
            <a:ext cx="45491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e.g., 30 (tablets)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64323" y="2057400"/>
            <a:ext cx="4732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Dose Per Intake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64323" y="2240280"/>
            <a:ext cx="47320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55763" y="2267712"/>
            <a:ext cx="45491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e.g., 1  [unit shown inline]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64323" y="2560320"/>
            <a:ext cx="4732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Low Stock Alert (days)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4323" y="2743200"/>
            <a:ext cx="47320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55763" y="2770632"/>
            <a:ext cx="45491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e.g., 7 days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54595" y="3154680"/>
            <a:ext cx="495147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54595" y="3154680"/>
            <a:ext cx="4951476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64323" y="3200400"/>
            <a:ext cx="47320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64323" y="355701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Frequency: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64323" y="3776472"/>
            <a:ext cx="1146429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64323" y="3776472"/>
            <a:ext cx="11464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Daily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47328" y="3776472"/>
            <a:ext cx="1146429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47328" y="3776472"/>
            <a:ext cx="11464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Weekly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30333" y="3776472"/>
            <a:ext cx="1146429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30333" y="3776472"/>
            <a:ext cx="11464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Monthly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713338" y="3776472"/>
            <a:ext cx="1146429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713338" y="3776472"/>
            <a:ext cx="11464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As Needed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64323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Schedule Times: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64323" y="4389120"/>
            <a:ext cx="10972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219187" y="44165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08:00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35923" y="4389120"/>
            <a:ext cx="10972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90787" y="44165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14:00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4323" y="4727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</a:rPr>
              <a:t>+ Add another time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74519" y="4892039"/>
            <a:ext cx="10131553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11679" y="4983479"/>
            <a:ext cx="98572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</a:rPr>
              <a:t>Reminders &amp; Notes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11679" y="5303519"/>
            <a:ext cx="5065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☑ Enable medicine reminders     ☑ Enable low stock alerts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40295" y="5303519"/>
            <a:ext cx="4882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Notes: e.g., Take after meals...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11679" y="5669279"/>
            <a:ext cx="320040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11679" y="566927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Add Medicine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94959" y="5669279"/>
            <a:ext cx="1828800" cy="38404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94959" y="566927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</a:rPr>
              <a:t>Cancel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Medicine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Stock info, recent intakes — now with Edit Schedule &amp; Dosage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737360" cy="58521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234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1673352"/>
            <a:ext cx="1554480" cy="420624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709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● My Medicines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1854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Add Medicine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2660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136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● MedCare v1.1 — Online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17352" y="182880"/>
            <a:ext cx="114300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17352" y="18288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NEW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8A"/>
                </a:solidFill>
              </a:rPr>
              <a:t>Paracetamol 500mg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15361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Tablet — 500mg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34472" y="1197864"/>
            <a:ext cx="1325880" cy="36576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34472" y="1197864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🗑  Remove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1645920"/>
            <a:ext cx="10131553" cy="201168"/>
          </a:xfrm>
          <a:prstGeom prst="rect">
            <a:avLst/>
          </a:prstGeom>
          <a:solidFill>
            <a:srgbClr val="D1FAE5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59" y="1664207"/>
            <a:ext cx="994867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A34A"/>
                </a:solidFill>
              </a:rPr>
              <a:t>FIX: Delete now checks res.ok — stays on page with error toast if server fails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1947672"/>
            <a:ext cx="497433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74519" y="1947672"/>
            <a:ext cx="4974336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84247" y="1993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📦  Stock Information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84247" y="2359152"/>
            <a:ext cx="4754880" cy="548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7" y="2423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Current 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5687" y="2606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B5563"/>
                </a:solidFill>
              </a:rPr>
              <a:t>30 tablets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84247" y="2999232"/>
            <a:ext cx="4754880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5687" y="30266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10 days of supply remaining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84247" y="33649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Add Stock: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19" y="3337560"/>
            <a:ext cx="10972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39" y="33649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Quantity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7639" y="3337560"/>
            <a:ext cx="64008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39" y="3337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 Add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31735" y="1947672"/>
            <a:ext cx="497433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31735" y="1947672"/>
            <a:ext cx="4974336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41463" y="1993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🕐  Schedule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1463" y="23591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Frequency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5" y="2359152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DAILY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1463" y="27249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Dosage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5" y="2724912"/>
            <a:ext cx="3602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1 tablet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41463" y="3118104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Schedule Times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41463" y="3319272"/>
            <a:ext cx="100584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41463" y="331927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8A"/>
                </a:solidFill>
              </a:rPr>
              <a:t>8:00 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21623" y="3319272"/>
            <a:ext cx="1005840" cy="23774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1623" y="331927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8A"/>
                </a:solidFill>
              </a:rPr>
              <a:t>8:00 PM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3867912"/>
            <a:ext cx="10131553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74519" y="3867912"/>
            <a:ext cx="10131553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84247" y="39136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✏  Edit Schedule &amp; Dosage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14432" y="3904488"/>
            <a:ext cx="731520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14432" y="3904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✏ Edit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91672" y="3904488"/>
            <a:ext cx="7315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91672" y="3904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💾 Save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79" y="430682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Dose per intake (tablets)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79" y="4489704"/>
            <a:ext cx="182880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19" y="45171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8A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39" y="430682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Low stock alert (days)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34839" y="4489704"/>
            <a:ext cx="1828800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79" y="451713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8A"/>
                </a:solidFill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79" y="491947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Schedule Times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79" y="5120640"/>
            <a:ext cx="1097280" cy="274320"/>
          </a:xfrm>
          <a:prstGeom prst="rect">
            <a:avLst/>
          </a:prstGeom>
          <a:solidFill>
            <a:srgbClr val="F8FAFC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84831" y="51480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08:00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54679" y="5148072"/>
            <a:ext cx="182880" cy="21945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54679" y="5148072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C2626"/>
                </a:solidFill>
              </a:rPr>
              <a:t>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83279" y="5120640"/>
            <a:ext cx="1097280" cy="274320"/>
          </a:xfrm>
          <a:prstGeom prst="rect">
            <a:avLst/>
          </a:prstGeom>
          <a:solidFill>
            <a:srgbClr val="F8FAFC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56431" y="514807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3A8A"/>
                </a:solidFill>
              </a:rPr>
              <a:t>20:00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26279" y="5148072"/>
            <a:ext cx="182880" cy="21945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26279" y="5148072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C2626"/>
                </a:solidFill>
              </a:rPr>
              <a:t>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92039" y="5120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563EB"/>
                </a:solidFill>
              </a:rPr>
              <a:t>+ Add another time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11679" y="54681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☑ Enable medicine reminders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399" y="54681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☑ Enable low stock alerts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11679" y="583387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Notes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79" y="6016752"/>
            <a:ext cx="9857233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19" y="6044184"/>
            <a:ext cx="967435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e.g., Take after meals...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Intake log with adherence analytics — filterable by date 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737360" cy="58521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234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709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My Medicines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1854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Add Medicine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2624328"/>
            <a:ext cx="1554480" cy="420624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660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●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136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● MedCare v1.1 —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8A"/>
                </a:solidFill>
              </a:rPr>
              <a:t>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5361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Your medicine intake history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94392" y="1216152"/>
            <a:ext cx="1965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4392" y="123444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Last 7 days  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920240"/>
            <a:ext cx="2430018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59" y="1993392"/>
            <a:ext cx="2247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8A"/>
                </a:solidFill>
              </a:rPr>
              <a:t>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59" y="2423160"/>
            <a:ext cx="2247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</a:rPr>
              <a:t>Adherence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2770632"/>
            <a:ext cx="2430018" cy="201168"/>
          </a:xfrm>
          <a:prstGeom prst="rect">
            <a:avLst/>
          </a:prstGeom>
          <a:solidFill>
            <a:srgbClr val="D1FAE5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01951" y="2788920"/>
            <a:ext cx="237515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6A34A"/>
                </a:solidFill>
              </a:rPr>
              <a:t>FIX: Shows — when no recorded doses yet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1697" y="1920240"/>
            <a:ext cx="2430018" cy="804672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3137" y="1993392"/>
            <a:ext cx="2247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A34A"/>
                </a:solidFill>
              </a:rPr>
              <a:t>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137" y="2423160"/>
            <a:ext cx="2247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</a:rPr>
              <a:t>Taken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8875" y="1920240"/>
            <a:ext cx="2430018" cy="804672"/>
          </a:xfrm>
          <a:prstGeom prst="rect">
            <a:avLst/>
          </a:prstGeom>
          <a:solidFill>
            <a:srgbClr val="E5E7E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00315" y="1993392"/>
            <a:ext cx="2247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B5563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0315" y="2423160"/>
            <a:ext cx="2247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</a:rPr>
              <a:t>Skipped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76053" y="1920240"/>
            <a:ext cx="2430018" cy="80467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7493" y="1993392"/>
            <a:ext cx="224713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7493" y="2423160"/>
            <a:ext cx="22471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563"/>
                </a:solidFill>
              </a:rPr>
              <a:t>Missed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3072384"/>
            <a:ext cx="4974336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74519" y="3072384"/>
            <a:ext cx="4974336" cy="2560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84247" y="31089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Friday, 30 May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84247" y="3392424"/>
            <a:ext cx="475488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84247" y="3392424"/>
            <a:ext cx="27432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4247" y="339242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19" y="3410712"/>
            <a:ext cx="3602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Paracetamol 500mg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19" y="3575304"/>
            <a:ext cx="36027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B5563"/>
                </a:solidFill>
              </a:rPr>
              <a:t>8:00 AM  •  1 tablet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53327" y="3438144"/>
            <a:ext cx="685800" cy="2377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53327" y="34381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6A34A"/>
                </a:solidFill>
              </a:rPr>
              <a:t>TAKEN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7" y="3803904"/>
            <a:ext cx="475488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84247" y="3803904"/>
            <a:ext cx="27432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84247" y="380390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19" y="3822192"/>
            <a:ext cx="3602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Metformin 500mg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19" y="3986784"/>
            <a:ext cx="36027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B5563"/>
                </a:solidFill>
              </a:rPr>
              <a:t>9:00 AM  •  1 tablet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53327" y="3849624"/>
            <a:ext cx="685800" cy="2377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53327" y="384962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6A34A"/>
                </a:solidFill>
              </a:rPr>
              <a:t>TAKEN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84247" y="4215384"/>
            <a:ext cx="475488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84247" y="4215384"/>
            <a:ext cx="27432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84247" y="421538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19" y="4233672"/>
            <a:ext cx="3602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Amlodipine 5mg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31719" y="4398264"/>
            <a:ext cx="36027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B5563"/>
                </a:solidFill>
              </a:rPr>
              <a:t>12:00 PM •  1 tablet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53327" y="4261104"/>
            <a:ext cx="685800" cy="2377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53327" y="42611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6A34A"/>
                </a:solidFill>
              </a:rPr>
              <a:t>TAKEN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84247" y="4626864"/>
            <a:ext cx="475488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984247" y="4626864"/>
            <a:ext cx="274320" cy="32918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84247" y="462686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B5563"/>
                </a:solidFill>
              </a:rP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19" y="4645152"/>
            <a:ext cx="3602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Vitamin C 500mg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19" y="4809744"/>
            <a:ext cx="36027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B5563"/>
                </a:solidFill>
              </a:rPr>
              <a:t>1:00 PM  •  1 capsule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53327" y="4672584"/>
            <a:ext cx="685800" cy="2377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7" y="467258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B5563"/>
                </a:solidFill>
              </a:rPr>
              <a:t>SKIPPED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31735" y="3072384"/>
            <a:ext cx="4974336" cy="1527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31735" y="3072384"/>
            <a:ext cx="4974336" cy="2560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41463" y="31089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Thursday, 29 May 2026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41463" y="3392424"/>
            <a:ext cx="475488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41463" y="3392424"/>
            <a:ext cx="27432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41463" y="339242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88935" y="3410712"/>
            <a:ext cx="3602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Paracetamol 500mg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88935" y="3575304"/>
            <a:ext cx="36027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B5563"/>
                </a:solidFill>
              </a:rPr>
              <a:t>8:00 AM  •  1 tablet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210544" y="3438144"/>
            <a:ext cx="685800" cy="2377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210544" y="34381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6A34A"/>
                </a:solidFill>
              </a:rPr>
              <a:t>TAKEN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41463" y="3803904"/>
            <a:ext cx="475488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141463" y="3803904"/>
            <a:ext cx="27432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41463" y="380390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</a:rPr>
              <a:t>!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88935" y="3822192"/>
            <a:ext cx="3602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Metformin 500mg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88935" y="3986784"/>
            <a:ext cx="36027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B5563"/>
                </a:solidFill>
              </a:rPr>
              <a:t>9:00 AM  •  1 tablet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210544" y="3849624"/>
            <a:ext cx="685800" cy="23774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10544" y="384962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DC2626"/>
                </a:solidFill>
              </a:rPr>
              <a:t>MISSED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41463" y="4215384"/>
            <a:ext cx="475488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141463" y="4215384"/>
            <a:ext cx="27432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41463" y="421538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88935" y="4233672"/>
            <a:ext cx="36027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</a:rPr>
              <a:t>Rosuvastatin 10mg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88935" y="4398264"/>
            <a:ext cx="36027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B5563"/>
                </a:solidFill>
              </a:rPr>
              <a:t>8:00 PM  •  1 tablet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210544" y="4261104"/>
            <a:ext cx="685800" cy="23774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10544" y="42611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6A34A"/>
                </a:solidFill>
              </a:rPr>
              <a:t>TAKEN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Profile management &amp; multi-channel notification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05840"/>
            <a:ext cx="1737360" cy="585216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2344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709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My Medicines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1854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Add Medicine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2660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 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3099816"/>
            <a:ext cx="1554480" cy="420624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3136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B5563"/>
                </a:solidFill>
              </a:rPr>
              <a:t>●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" y="6510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● MedCare v1.1 —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8A"/>
                </a:solidFill>
              </a:rPr>
              <a:t>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5361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</a:rPr>
              <a:t>Manage your account and preferences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1856232"/>
            <a:ext cx="10131553" cy="256032"/>
          </a:xfrm>
          <a:prstGeom prst="rect">
            <a:avLst/>
          </a:prstGeom>
          <a:solidFill>
            <a:srgbClr val="D1FAE5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59" y="1874520"/>
            <a:ext cx="994867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FIX: Profile &amp; notification prefs now load correctly — /api/auth/me response shape mismatch resolved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212848"/>
            <a:ext cx="4178442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2212848"/>
            <a:ext cx="417844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84247" y="2267712"/>
            <a:ext cx="39589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👤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79" y="2670048"/>
            <a:ext cx="39041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Name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79" y="2871216"/>
            <a:ext cx="3904122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19" y="2907792"/>
            <a:ext cx="372124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Your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79" y="3264408"/>
            <a:ext cx="39041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Email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79" y="3465576"/>
            <a:ext cx="3904122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19" y="3502152"/>
            <a:ext cx="372124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your@email.com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79" y="3858768"/>
            <a:ext cx="390412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Mobile Number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79" y="4059936"/>
            <a:ext cx="3904122" cy="29260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19" y="4096512"/>
            <a:ext cx="372124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</a:rPr>
              <a:t>+91 __________  [SMS alerts]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79" y="4480560"/>
            <a:ext cx="137160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79" y="4480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Save Profile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5841" y="2212848"/>
            <a:ext cx="577023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5841" y="2212848"/>
            <a:ext cx="577023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569" y="2267712"/>
            <a:ext cx="55507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🔔 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001" y="2670048"/>
            <a:ext cx="54959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🔔 Push Notifications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8721" y="2926080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Enable push notifications (Web Push API)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8721" y="3127248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Medicine reminders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8721" y="3328416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Low stock alerts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001" y="3621024"/>
            <a:ext cx="549591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001" y="3712464"/>
            <a:ext cx="54959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</a:rPr>
              <a:t>✉ Email Notifications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8721" y="3968496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Enable email (via Resend)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8721" y="4169664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Reminder emails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8721" y="4370832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Stock alert emails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8721" y="4572000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Test buttons available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73001" y="4864608"/>
            <a:ext cx="549591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3001" y="4956048"/>
            <a:ext cx="54959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💬 SMS Alerts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8721" y="5212080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Enable SMS (via Fast2SMS)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8721" y="5413248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Dose reminders by SMS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8721" y="5614416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Stock alerts by SMS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73001" y="5907024"/>
            <a:ext cx="549591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73001" y="5998464"/>
            <a:ext cx="549591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🔊 Sound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8721" y="6254496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Play sound for reminders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8721" y="6455664"/>
            <a:ext cx="540447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  ☑  Test Reminder / Test Alert buttons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73001" y="6675120"/>
            <a:ext cx="25603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73001" y="6675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Save Notification Preferences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End-to-end journey from sign-up to daily medicine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146304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Visit
/login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55448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5999" y="148132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280160"/>
            <a:ext cx="1645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280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Choose
Phone or 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55448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48132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280160"/>
            <a:ext cx="155448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280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Enter
Credentials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55448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148132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1280160"/>
            <a:ext cx="146304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280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JWT Set
(httpOnly)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55448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59" y="148132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1280160"/>
            <a:ext cx="164592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2801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Redirect
→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1783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B5563"/>
                </a:solidFill>
              </a:rPr>
              <a:t>New User?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73752" y="1783080"/>
            <a:ext cx="36576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00600" y="2148840"/>
            <a:ext cx="1828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0" y="2240280"/>
            <a:ext cx="19202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22402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Register
(name/email/pass)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761488"/>
            <a:ext cx="117043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7797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After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26080"/>
            <a:ext cx="164592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Dashboard
(overview)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320040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68880" y="312724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0" y="2926080"/>
            <a:ext cx="15544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2926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View Today's
Schedule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320040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312724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63440" y="2926080"/>
            <a:ext cx="155448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0" y="2926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Mark
Taken / Skip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20040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0" y="312724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66560" y="2926080"/>
            <a:ext cx="155448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2926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Low Stock
Alert shown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320040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8240" y="312724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69680" y="2926080"/>
            <a:ext cx="164592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2926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Refill
→ Medicine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950208"/>
            <a:ext cx="117043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39684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Medicine Management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114800"/>
            <a:ext cx="1645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1148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My Medicines
(list)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438912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68880" y="431596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60320" y="4114800"/>
            <a:ext cx="155448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0" y="41148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Add / Edit
Medicine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438912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431596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63440" y="4114800"/>
            <a:ext cx="155448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63440" y="41148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Dosage Form
+ Stock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438912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75120" y="431596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66560" y="4114800"/>
            <a:ext cx="15544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66560" y="41148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Schedule
+ Reminders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66760" y="438912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431596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69680" y="4114800"/>
            <a:ext cx="164592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0" y="41148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Saved
→ List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138928"/>
            <a:ext cx="1170432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515721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B5563"/>
                </a:solidFill>
              </a:rPr>
              <a:t>Automated Notifications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303520"/>
            <a:ext cx="1737360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5303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Vercel Cron
Job fires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03120" y="5577840"/>
            <a:ext cx="1371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94560" y="550468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286000" y="5303520"/>
            <a:ext cx="17373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86000" y="5303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Checks due
reminders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23360" y="5577840"/>
            <a:ext cx="1371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14800" y="550468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06240" y="5303520"/>
            <a:ext cx="17373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06240" y="5303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Sends SMS
(Fast2SMS)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43600" y="5577840"/>
            <a:ext cx="1371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035040" y="550468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26480" y="5303520"/>
            <a:ext cx="1737360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26480" y="5303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Sends Email
(Resend)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63840" y="5577840"/>
            <a:ext cx="1371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55280" y="550468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46720" y="5303520"/>
            <a:ext cx="17373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46720" y="5303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Push
Notification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5577840"/>
            <a:ext cx="1371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75520" y="5504688"/>
            <a:ext cx="4572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966960" y="530352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66960" y="5303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User marks
Taken/Skipped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Code Review — Findings &amp;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AFE"/>
                </a:solidFill>
              </a:rPr>
              <a:t>7 issues identified &amp; resolved  •  Build: clean  •  All pages compile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58600" y="653796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Critical/High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078992"/>
            <a:ext cx="20116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0789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Medium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78992"/>
            <a:ext cx="201168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0789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Low/UX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78992"/>
            <a:ext cx="201168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0789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Fixed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41732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1417320"/>
            <a:ext cx="54864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92040" y="1463040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46304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FIXED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146304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Settings page showed blank profile &amp; empty notification prefs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1691640"/>
            <a:ext cx="4480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563EB"/>
                </a:solidFill>
              </a:rPr>
              <a:t>src/app/(main)/settings/page.tsx  •  line 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18745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Fix: Read data.user ?? data before accessing fields.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1417320"/>
            <a:ext cx="6217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1417320"/>
            <a:ext cx="54864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384280" y="1463040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146304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FIXED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4456" y="1463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Medicine delete: server errors silently showed success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4456" y="1691640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563EB"/>
                </a:solidFill>
              </a:rPr>
              <a:t>src/app/(main)/medicines/[id]/page.tsx  •  line 123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4456" y="187452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Fix: Added if (res.ok) guard; stays on page with error toast on failure.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258568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2258568"/>
            <a:ext cx="54864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92040" y="2304288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3042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FIXED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230428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Dashboard schedule times were timezone-unsafe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2532888"/>
            <a:ext cx="4480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563EB"/>
                </a:solidFill>
              </a:rPr>
              <a:t>src/app/(main)/dashboard/page.tsx  •  line 114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27157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Fix: Replaced with setHours(h, min, 0, 0) on a local Date instance.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2258568"/>
            <a:ext cx="6217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06440" y="2258568"/>
            <a:ext cx="54864" cy="7498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384280" y="2304288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84280" y="23042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FIXED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34456" y="23042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OTP expiry (5 min) was never validated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4456" y="2532888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563EB"/>
                </a:solidFill>
              </a:rPr>
              <a:t>src/lib/auth.ts  •  line 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34456" y="2715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Fix: Added findFirst with expiresAt: { gt: new Date() } — expired OTPs rejected.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099816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3099816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92040" y="3145536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314553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FIXED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" y="314553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No way to edit medicine dosage or schedule (delete &amp; re-add only)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" y="3374136"/>
            <a:ext cx="4480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563EB"/>
                </a:solidFill>
              </a:rPr>
              <a:t>src/app/(main)/medicines/[id]/page.tsx  •  (new card)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" y="35570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Fix: Added 'Edit Schedule &amp; Dosage' card: edit dose, times, threshold, toggles, notes.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3099816"/>
            <a:ext cx="62179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06440" y="3099816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84280" y="3145536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84280" y="314553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FIXED 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34456" y="314553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History showed 0% adherence when no intakes recorded yet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4456" y="3374136"/>
            <a:ext cx="5394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563EB"/>
                </a:solidFill>
              </a:rPr>
              <a:t>src/app/(main)/history/page.tsx  •  line 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34456" y="355701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Fix: Shows '—' instead of 0% when no recorded doses. Improved empty state message.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941064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8600" y="3941064"/>
            <a:ext cx="54864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92040" y="3986784"/>
            <a:ext cx="594360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92040" y="398678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FIXED 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" y="39867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B5563"/>
                </a:solidFill>
              </a:rPr>
              <a:t>Web tsconfig included mobile/ folder — build broken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" y="4215384"/>
            <a:ext cx="4480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2563EB"/>
                </a:solidFill>
              </a:rPr>
              <a:t>tsconfig.json  •  include glob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6616" y="43982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6A34A"/>
                </a:solidFill>
              </a:rPr>
              <a:t>Fix: Added 'mobile' to tsconfig.json exclude list. Build now clean.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6492240"/>
            <a:ext cx="11731752" cy="256032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492240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 files changed  •  287 insertions  •  Build: ✓ clean  •  All 12 pages compile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6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MedCare —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371600" cy="640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BEAFE"/>
                </a:solidFill>
              </a:rPr>
              <a:t>Medicine management made simple  •  v1.1 — Reviewed &amp; Fixed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590544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359152"/>
            <a:ext cx="3407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Secure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70048"/>
            <a:ext cx="3407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7FF"/>
                </a:solidFill>
              </a:rPr>
              <a:t>Phone OTP (5-min expiry ✓) +
Email/Password +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064" y="2286000"/>
            <a:ext cx="3590544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1792" y="2359152"/>
            <a:ext cx="3407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1792" y="2670048"/>
            <a:ext cx="3407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7FF"/>
                </a:solidFill>
              </a:rPr>
              <a:t>Real-time stats, today's schedule
(timezone-safe ✓)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4048" y="2286000"/>
            <a:ext cx="3590544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3776" y="2359152"/>
            <a:ext cx="3407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Medicine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3776" y="2670048"/>
            <a:ext cx="3407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7FF"/>
                </a:solidFill>
              </a:rPr>
              <a:t>8 dosage forms, stock calc,
now with Edit feature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29000"/>
            <a:ext cx="3590544" cy="10058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02152"/>
            <a:ext cx="3407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Intake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13048"/>
            <a:ext cx="3407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7FF"/>
                </a:solidFill>
              </a:rPr>
              <a:t>Adherence analytics — fixed
empty state display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2064" y="3429000"/>
            <a:ext cx="3590544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1792" y="3502152"/>
            <a:ext cx="3407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1792" y="3813048"/>
            <a:ext cx="3407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7FF"/>
                </a:solidFill>
              </a:rPr>
              <a:t>SMS, Email &amp; Push via
Fast2SMS, Resend &amp; Web Push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4048" y="3429000"/>
            <a:ext cx="3590544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3776" y="3502152"/>
            <a:ext cx="3407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Code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3776" y="3813048"/>
            <a:ext cx="3407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7FF"/>
                </a:solidFill>
              </a:rPr>
              <a:t>7 bugs fixed  •  Build clean ✓
tsconfig mobile excluded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AFE"/>
                </a:solidFill>
              </a:rPr>
              <a:t>Built with  Next.js · TypeScript · Tailwind CSS · Prisma · PostgreSQL · Vercel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321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5B4FC"/>
                </a:solidFill>
              </a:rPr>
              <a:t>MedCare v1.1 — Post Code-Review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